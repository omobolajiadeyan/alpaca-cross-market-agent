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fragmented evidence, weak AI accountability, and the common gap between governed entry and disciplined exit.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market evidence and the paper lifecycle. Claude reasons, but deterministic code controls entry and exit. Every spread persists thresholds fixed at entry. Before an exit, CrossSignal reconciles broker legs, rejects stale quote timestamps, atomically claims the transition, and reverses both legs under a deterministic client order 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from the September 3 unattended Evidence Watch. Confidence cleared at 56 percent and all six base gates passed. The all-leg option preflight then found zero displayed volume on the weakest leg and a 93.33 percent relative bid-ask spread, against limits of ten contracts and 25 percent. Only 13 of 15 checks passed, so the agent abstained. The run occurred after the regular options session; it did not queue a non-executable order. The dedicated account therefore has no trade P&amp;L to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fifty-nine tests pass, including profit, loss, time, expiry, broker-reconciliation, quote-freshness, uncertain-submission locking, market-clock, atomic-close, audit, and idempotency tests. Ten connected cycles are sealed against the dedicated account; the latest rejected non-executable after-hours quotes. The account remains at 100,000 dollars with no orders or positions, so there is no P&amp;L claim and the lifecycle replay is illustrative rather than broker fill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sssignal-hackathon-cover.png"/>
          <p:cNvPicPr>
            <a:picLocks noChangeAspect="1"/>
          </p:cNvPicPr>
          <p:nvPr/>
        </p:nvPicPr>
        <p:blipFill>
          <a:blip r:embed="rId2"/>
          <a:srcRect l="21860" r="21860"/>
          <a:stretch>
            <a:fillRect/>
          </a:stretch>
        </p:blipFill>
        <p:spPr>
          <a:xfrm>
            <a:off x="9692640" y="274320"/>
            <a:ext cx="2505456" cy="2505456"/>
          </a:xfrm>
          <a:prstGeom prst="rect">
            <a:avLst/>
          </a:prstGeom>
        </p:spPr>
      </p:pic>
      <p:sp>
        <p:nvSpPr>
          <p:cNvPr id="10" name="TextBox 9"/>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1" name="TextBox 10"/>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Unmanaged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Many agents govern entry but provide no explicit profit, loss, time or expiry exit policy.</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300">
                <a:solidFill>
                  <a:srgbClr val="071D49"/>
                </a:solidFill>
                <a:latin typeface="Aptos"/>
              </a:defRPr>
            </a:pPr>
            <a:r>
              <a:t>•  All-leg preflight</a:t>
            </a:r>
          </a:p>
          <a:p>
            <a:pPr>
              <a:spcAft>
                <a:spcPts val="1400"/>
              </a:spcAft>
              <a:defRPr sz="1300">
                <a:solidFill>
                  <a:srgbClr val="071D49"/>
                </a:solidFill>
                <a:latin typeface="Aptos"/>
              </a:defRPr>
            </a:pPr>
            <a:r>
              <a:t>•  Take-profit and stop-loss</a:t>
            </a:r>
          </a:p>
          <a:p>
            <a:pPr>
              <a:spcAft>
                <a:spcPts val="1400"/>
              </a:spcAft>
              <a:defRPr sz="1300">
                <a:solidFill>
                  <a:srgbClr val="071D49"/>
                </a:solidFill>
                <a:latin typeface="Aptos"/>
              </a:defRPr>
            </a:pPr>
            <a:r>
              <a:t>•  Time and expiry exits</a:t>
            </a:r>
          </a:p>
          <a:p>
            <a:pPr>
              <a:spcAft>
                <a:spcPts val="1400"/>
              </a:spcAft>
              <a:defRPr sz="1300">
                <a:solidFill>
                  <a:srgbClr val="071D49"/>
                </a:solidFill>
                <a:latin typeface="Aptos"/>
              </a:defRPr>
            </a:pPr>
            <a:r>
              <a:t>•  Fresh quotes, broker reconciliation, atomic close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A decision that defends itself.</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82</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90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87</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PUBLIC JUDGE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Sanitized case, credential-free</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DEDICATED ACCOUNT</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500" b="1">
                <a:solidFill>
                  <a:srgbClr val="071D49"/>
                </a:solidFill>
                <a:latin typeface="Aptos"/>
              </a:defRPr>
            </a:pPr>
            <a:r>
              <a:t>ABSTAIN · 13 of 15 checks · quotes not executable</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CS-20260903-5C194F65 · PA3PDTUDIXDU · 0 orders · 0 positions · no P&amp;L claim</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Exit state</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No duplicate closes</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59</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4</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sealed exit rules</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13/15</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latest full checks</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proves when a trade deserves entry—</a:t>
            </a:r>
            <a:br/>
            <a:r>
              <a:t>and manages exactly how it exits.</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